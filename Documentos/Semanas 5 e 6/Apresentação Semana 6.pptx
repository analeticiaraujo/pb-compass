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</p:sldIdLst>
  <p:sldSz cx="14630400" cy="8229600"/>
  <p:notesSz cx="8229600" cy="14630400"/>
  <p:embeddedFontLst>
    <p:embeddedFont>
      <p:font typeface="Playfair Display Bold" panose="00000800000000000000" pitchFamily="2" charset="-120"/>
      <p:bold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75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9045"/>
            <a:ext cx="891337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Relatório de Teste Exploratório (Semana 6)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6961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Projeto:</a:t>
            </a:r>
            <a:r>
              <a:rPr lang="en-US" sz="2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Planejamento de Testes Web - Amazon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0484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Squad:</a:t>
            </a:r>
            <a:r>
              <a:rPr lang="en-US" sz="2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Last but not least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1350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Responsável:</a:t>
            </a:r>
            <a:r>
              <a:rPr lang="en-US" sz="2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 Leticia de Araújo (Execução Individual)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82216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Alvo:</a:t>
            </a:r>
            <a:r>
              <a:rPr lang="en-US" sz="2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Amazon (Web Desktop &amp; Mobile App Integration)</a:t>
            </a:r>
            <a:endParaRPr lang="en-US" sz="22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A6A1490-76E2-9BF5-061E-C0A1C3E9D6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72" b="35761"/>
          <a:stretch>
            <a:fillRect/>
          </a:stretch>
        </p:blipFill>
        <p:spPr>
          <a:xfrm>
            <a:off x="0" y="-1"/>
            <a:ext cx="14630400" cy="3789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2130266"/>
            <a:ext cx="4531876" cy="3969067"/>
          </a:xfrm>
          <a:prstGeom prst="roundRect">
            <a:avLst>
              <a:gd name="adj" fmla="val 857"/>
            </a:avLst>
          </a:prstGeom>
          <a:solidFill>
            <a:srgbClr val="101014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2357080"/>
            <a:ext cx="4078248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Estratégia de Testes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5559981" y="2357080"/>
            <a:ext cx="711743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Estratégia de Testes Exploratórios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5559981" y="3150870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Metodologia Escolhida: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SBTM (Session-Based Test Management).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559981" y="3717846"/>
            <a:ext cx="828413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Utilizou-se o SBTM para estruturar os testes em sessões cronometradas e focadas. Integrou-se a Sessão #01 (realizada e apresentada na semana anterior como atividade individual) com uma nova Sessão #02 (executada nesta semana). Dessa forma, uniu-se o cenário Mobile já mapeado anteriormente com os novos achados na versão Web, garantindo a variedade técnica e a evolução do planejamento exigidas na tarefa.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5261"/>
            <a:ext cx="66929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Resumo das Sessões Executadas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105864"/>
            <a:ext cx="6407944" cy="3038356"/>
          </a:xfrm>
          <a:prstGeom prst="roundRect">
            <a:avLst>
              <a:gd name="adj" fmla="val 1120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32678"/>
            <a:ext cx="3903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Sessão #01 (Mobile - Android)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2309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Heurística de Consistência (Paridade entre plataformas).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4684990"/>
            <a:ext cx="595431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Concluído.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519160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Principal: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Identificação de Bug Crítico de Inventário (Divergência de catálogo).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105864"/>
            <a:ext cx="6408063" cy="3038356"/>
          </a:xfrm>
          <a:prstGeom prst="roundRect">
            <a:avLst>
              <a:gd name="adj" fmla="val 1120"/>
            </a:avLst>
          </a:prstGeom>
          <a:solidFill>
            <a:srgbClr val="E0E0EC"/>
          </a:solidFill>
          <a:ln/>
        </p:spPr>
      </p:sp>
      <p:sp>
        <p:nvSpPr>
          <p:cNvPr id="9" name="Text 7"/>
          <p:cNvSpPr/>
          <p:nvPr/>
        </p:nvSpPr>
        <p:spPr>
          <a:xfrm>
            <a:off x="7655362" y="3332678"/>
            <a:ext cx="5232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Sessão #02 (Web - Windows 10/Chrome)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55362" y="3823097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pt-BR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pt-BR" sz="175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Repetitive</a:t>
            </a:r>
            <a:r>
              <a:rPr lang="pt-BR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Tour (Tour da Repetição e Persistência).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pt-BR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55362" y="4684990"/>
            <a:ext cx="595443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Concluído.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55362" y="5191601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Principal: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Identificação de Bug de Sessão (Botão Voltar) e Inconsistência de Dados (Filtros).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12952"/>
            <a:ext cx="884122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Detalhamento dos Resultados (Evidências)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2370653"/>
            <a:ext cx="7428667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📝</a:t>
            </a: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Sessão #01: Análise de Consistência (Mobile)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31665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Samsung A55 (Android).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7846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Verificar se a busca retorna os mesmos resultados na Web e no App após alterações de configuração regional.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487704"/>
            <a:ext cx="28950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Defeitos Encontrados: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3790" y="5182195"/>
            <a:ext cx="13042821" cy="1334333"/>
          </a:xfrm>
          <a:prstGeom prst="roundRect">
            <a:avLst>
              <a:gd name="adj" fmla="val 2550"/>
            </a:avLst>
          </a:prstGeom>
          <a:solidFill>
            <a:srgbClr val="D5D5D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533906"/>
            <a:ext cx="283488" cy="2268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0906" y="5465683"/>
            <a:ext cx="1207889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BUG-001 (Alta Severidade): Quebra de paridade no inventário. O App exibe apenas 28 itens enquanto a Web exibe 53 itens para a mesma busca. O problema ocorre após o fluxo de troca de país (Brasil &gt; EUA &gt; Brasil).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9913D89-7A2A-A7D2-8A96-403F403F6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95903" cy="8229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7EEBBCF-D7CE-CEBF-F7E5-C6057603F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06" y="1493130"/>
            <a:ext cx="10512594" cy="52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4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89509"/>
            <a:ext cx="9400937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📝</a:t>
            </a: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Sessão #02: </a:t>
            </a:r>
            <a:r>
              <a:rPr lang="pt-BR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Tour da Repetição e Persistência. </a:t>
            </a: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(Web Desktop)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27271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Desktop (Windows 10) utilizando Google Chrome.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3451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Foco: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Estressar a navegação (botão voltar do navegador), filtros de ordenação e persistência do carrinho.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048244"/>
            <a:ext cx="28950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Defeitos Encontrados: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4742736"/>
            <a:ext cx="13042821" cy="1697236"/>
          </a:xfrm>
          <a:prstGeom prst="roundRect">
            <a:avLst>
              <a:gd name="adj" fmla="val 2005"/>
            </a:avLst>
          </a:prstGeom>
          <a:solidFill>
            <a:srgbClr val="D5D5D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094446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0906" y="5026223"/>
            <a:ext cx="12078891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BUG-002 (Navegação/Sessão): Ao realizar login na Web e clicar no botão "Voltar" nativo do navegador, o site perde a referência da página anterior e exibe a tela de erro "Este produto está indisponível" (Tela do Cachorro). Isso quebra o fluxo de continuidade do usuário.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55F82EB-CBEB-FBFF-DFA4-BA33693BD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62" y="1700212"/>
            <a:ext cx="73056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8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6326"/>
            <a:ext cx="82824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Defeitos Adicionais e Pontos de Sucesso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056930"/>
            <a:ext cx="13042821" cy="1334333"/>
          </a:xfrm>
          <a:prstGeom prst="roundRect">
            <a:avLst>
              <a:gd name="adj" fmla="val 2550"/>
            </a:avLst>
          </a:prstGeom>
          <a:solidFill>
            <a:srgbClr val="D5D5D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408640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340418"/>
            <a:ext cx="1207889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BUG-003 (Integridade de Dados): Inconsistência na indexação de produtos. O filtro "Mais Vendidos" exibe +80.000 resultados, mas ao ordenar por "Menor Preço", o total cai para +70.000.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759795"/>
            <a:ext cx="13042821" cy="35957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5135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Pontos de Sucesso: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830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carrinho Web suportou bem as edições repetitivas de quantidade e recálculo de subtotal.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F74326-4D4C-CA67-CCA8-C046679E3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304" y="0"/>
            <a:ext cx="9392559" cy="37849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A55F07-21DE-EE39-6D07-AD094E393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537" y="4184832"/>
            <a:ext cx="9413326" cy="390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41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259544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Conclusão da Sprint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389233"/>
            <a:ext cx="828413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estratégia de múltiplas heurísticas provou ser eficaz para cobrir diferentes riscos. Enquanto a Sessão 1 (Mobile) revelou falhas graves de lógica de negócio e internacionalização, a Sessão 2 (Web Desktop) revelou falhas de usabilidade na navegação e problemas de indexação na base de dados.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Personalizar</PresentationFormat>
  <Paragraphs>43</Paragraphs>
  <Slides>10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Open Sans</vt:lpstr>
      <vt:lpstr>Playfair Display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ANA LETICIA ARAUJO</cp:lastModifiedBy>
  <cp:revision>5</cp:revision>
  <dcterms:created xsi:type="dcterms:W3CDTF">2026-01-30T13:51:28Z</dcterms:created>
  <dcterms:modified xsi:type="dcterms:W3CDTF">2026-02-09T13:52:48Z</dcterms:modified>
</cp:coreProperties>
</file>